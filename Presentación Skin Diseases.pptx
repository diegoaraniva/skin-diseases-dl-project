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6100B9-574B-4DB9-B891-CB3326762FD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E74B280-7DAF-4CAC-B694-EC4A85244AB5}">
      <dgm:prSet phldrT="[Texto]"/>
      <dgm:spPr/>
      <dgm:t>
        <a:bodyPr/>
        <a:lstStyle/>
        <a:p>
          <a:pPr>
            <a:buNone/>
          </a:pPr>
          <a:r>
            <a:rPr lang="es-MX" i="1" dirty="0"/>
            <a:t>Entrada:</a:t>
          </a:r>
          <a:r>
            <a:rPr lang="es-MX" dirty="0"/>
            <a:t> Imagen del paciente + Metadatos.</a:t>
          </a:r>
        </a:p>
      </dgm:t>
    </dgm:pt>
    <dgm:pt modelId="{2E3D2719-F924-4C4E-92F2-7315ED51055E}" type="parTrans" cxnId="{360D070E-B031-4C39-A895-8ED6CF2ADAD9}">
      <dgm:prSet/>
      <dgm:spPr/>
      <dgm:t>
        <a:bodyPr/>
        <a:lstStyle/>
        <a:p>
          <a:endParaRPr lang="es-MX"/>
        </a:p>
      </dgm:t>
    </dgm:pt>
    <dgm:pt modelId="{9939BC65-3031-462E-8210-6A672E60FA6A}" type="sibTrans" cxnId="{360D070E-B031-4C39-A895-8ED6CF2ADAD9}">
      <dgm:prSet/>
      <dgm:spPr/>
      <dgm:t>
        <a:bodyPr/>
        <a:lstStyle/>
        <a:p>
          <a:endParaRPr lang="es-MX"/>
        </a:p>
      </dgm:t>
    </dgm:pt>
    <dgm:pt modelId="{13820730-4C2D-4A5F-9851-EAF498ECBABE}">
      <dgm:prSet phldrT="[Texto]"/>
      <dgm:spPr/>
      <dgm:t>
        <a:bodyPr/>
        <a:lstStyle/>
        <a:p>
          <a:pPr>
            <a:buNone/>
          </a:pPr>
          <a:r>
            <a:rPr lang="es-MX" i="1" dirty="0"/>
            <a:t>Preprocesamiento:</a:t>
          </a:r>
          <a:r>
            <a:rPr lang="es-MX" dirty="0"/>
            <a:t> Limpieza de ruido </a:t>
          </a:r>
          <a:r>
            <a:rPr lang="es-MX" dirty="0" err="1"/>
            <a:t>Denoising</a:t>
          </a:r>
          <a:r>
            <a:rPr lang="es-MX" dirty="0"/>
            <a:t> </a:t>
          </a:r>
          <a:r>
            <a:rPr lang="es-MX" dirty="0" err="1"/>
            <a:t>Autoencoder</a:t>
          </a:r>
          <a:r>
            <a:rPr lang="es-MX" dirty="0"/>
            <a:t> + Redimensionamiento.</a:t>
          </a:r>
        </a:p>
      </dgm:t>
    </dgm:pt>
    <dgm:pt modelId="{B0D80C22-64B5-4FF2-9D06-E2CD9B6C81C3}" type="parTrans" cxnId="{5B1FF7D6-6541-4423-8E63-7A29204D7C8F}">
      <dgm:prSet/>
      <dgm:spPr/>
      <dgm:t>
        <a:bodyPr/>
        <a:lstStyle/>
        <a:p>
          <a:endParaRPr lang="es-MX"/>
        </a:p>
      </dgm:t>
    </dgm:pt>
    <dgm:pt modelId="{34906FAC-EAE1-4451-8B40-A92BAF699CC3}" type="sibTrans" cxnId="{5B1FF7D6-6541-4423-8E63-7A29204D7C8F}">
      <dgm:prSet/>
      <dgm:spPr/>
      <dgm:t>
        <a:bodyPr/>
        <a:lstStyle/>
        <a:p>
          <a:endParaRPr lang="es-MX"/>
        </a:p>
      </dgm:t>
    </dgm:pt>
    <dgm:pt modelId="{472A377B-8A2A-436A-820A-A5B4DB1E6CA7}">
      <dgm:prSet phldrT="[Texto]"/>
      <dgm:spPr/>
      <dgm:t>
        <a:bodyPr/>
        <a:lstStyle/>
        <a:p>
          <a:pPr>
            <a:buNone/>
          </a:pPr>
          <a:r>
            <a:rPr lang="es-MX" i="1" dirty="0"/>
            <a:t>Inferencia:</a:t>
          </a:r>
          <a:r>
            <a:rPr lang="es-MX" dirty="0"/>
            <a:t> Modelo CNN </a:t>
          </a:r>
          <a:r>
            <a:rPr lang="es-MX" dirty="0" err="1"/>
            <a:t>preentrenado</a:t>
          </a:r>
          <a:r>
            <a:rPr lang="es-MX" dirty="0"/>
            <a:t>.</a:t>
          </a:r>
        </a:p>
      </dgm:t>
    </dgm:pt>
    <dgm:pt modelId="{B87E335E-5115-4E60-98BE-7A21D243856E}" type="parTrans" cxnId="{2D3247C4-E5FF-465E-BDA4-2FE9528523DE}">
      <dgm:prSet/>
      <dgm:spPr/>
      <dgm:t>
        <a:bodyPr/>
        <a:lstStyle/>
        <a:p>
          <a:endParaRPr lang="es-MX"/>
        </a:p>
      </dgm:t>
    </dgm:pt>
    <dgm:pt modelId="{EE5293EC-A599-470B-B329-86CA079CAC19}" type="sibTrans" cxnId="{2D3247C4-E5FF-465E-BDA4-2FE9528523DE}">
      <dgm:prSet/>
      <dgm:spPr/>
      <dgm:t>
        <a:bodyPr/>
        <a:lstStyle/>
        <a:p>
          <a:endParaRPr lang="es-MX"/>
        </a:p>
      </dgm:t>
    </dgm:pt>
    <dgm:pt modelId="{553E1AEC-4795-440D-97B6-6EFCBB400005}">
      <dgm:prSet/>
      <dgm:spPr/>
      <dgm:t>
        <a:bodyPr/>
        <a:lstStyle/>
        <a:p>
          <a:pPr>
            <a:buNone/>
          </a:pPr>
          <a:r>
            <a:rPr lang="es-MX" i="1" dirty="0"/>
            <a:t>Salida:</a:t>
          </a:r>
          <a:r>
            <a:rPr lang="es-MX" dirty="0"/>
            <a:t> Probabilidades por clase</a:t>
          </a:r>
        </a:p>
      </dgm:t>
    </dgm:pt>
    <dgm:pt modelId="{F50C6854-499B-4BE6-A92A-4FF361B0DF7A}" type="parTrans" cxnId="{034036FB-A26F-478C-B604-367259E0E3F2}">
      <dgm:prSet/>
      <dgm:spPr/>
      <dgm:t>
        <a:bodyPr/>
        <a:lstStyle/>
        <a:p>
          <a:endParaRPr lang="es-MX"/>
        </a:p>
      </dgm:t>
    </dgm:pt>
    <dgm:pt modelId="{4C50D1C4-2368-4A2C-9C5E-D877CEE33622}" type="sibTrans" cxnId="{034036FB-A26F-478C-B604-367259E0E3F2}">
      <dgm:prSet/>
      <dgm:spPr/>
      <dgm:t>
        <a:bodyPr/>
        <a:lstStyle/>
        <a:p>
          <a:endParaRPr lang="es-MX"/>
        </a:p>
      </dgm:t>
    </dgm:pt>
    <dgm:pt modelId="{B3916AF6-B769-489A-8BF2-0AA34C382144}" type="pres">
      <dgm:prSet presAssocID="{906100B9-574B-4DB9-B891-CB3326762FD8}" presName="outerComposite" presStyleCnt="0">
        <dgm:presLayoutVars>
          <dgm:chMax val="5"/>
          <dgm:dir/>
          <dgm:resizeHandles val="exact"/>
        </dgm:presLayoutVars>
      </dgm:prSet>
      <dgm:spPr/>
    </dgm:pt>
    <dgm:pt modelId="{D1C14AEF-EAAA-4B68-9AAD-24AB707C90B3}" type="pres">
      <dgm:prSet presAssocID="{906100B9-574B-4DB9-B891-CB3326762FD8}" presName="dummyMaxCanvas" presStyleCnt="0">
        <dgm:presLayoutVars/>
      </dgm:prSet>
      <dgm:spPr/>
    </dgm:pt>
    <dgm:pt modelId="{D5E74D1F-777C-4596-9648-EB215A29EB81}" type="pres">
      <dgm:prSet presAssocID="{906100B9-574B-4DB9-B891-CB3326762FD8}" presName="FourNodes_1" presStyleLbl="node1" presStyleIdx="0" presStyleCnt="4">
        <dgm:presLayoutVars>
          <dgm:bulletEnabled val="1"/>
        </dgm:presLayoutVars>
      </dgm:prSet>
      <dgm:spPr/>
    </dgm:pt>
    <dgm:pt modelId="{8AC7F785-E06C-43F0-B021-C1C7F1AABE84}" type="pres">
      <dgm:prSet presAssocID="{906100B9-574B-4DB9-B891-CB3326762FD8}" presName="FourNodes_2" presStyleLbl="node1" presStyleIdx="1" presStyleCnt="4">
        <dgm:presLayoutVars>
          <dgm:bulletEnabled val="1"/>
        </dgm:presLayoutVars>
      </dgm:prSet>
      <dgm:spPr/>
    </dgm:pt>
    <dgm:pt modelId="{E1DA7538-59E3-4EA3-AD9E-E24EBFB7AC89}" type="pres">
      <dgm:prSet presAssocID="{906100B9-574B-4DB9-B891-CB3326762FD8}" presName="FourNodes_3" presStyleLbl="node1" presStyleIdx="2" presStyleCnt="4">
        <dgm:presLayoutVars>
          <dgm:bulletEnabled val="1"/>
        </dgm:presLayoutVars>
      </dgm:prSet>
      <dgm:spPr/>
    </dgm:pt>
    <dgm:pt modelId="{647DF27B-DF24-4C71-886F-845329885767}" type="pres">
      <dgm:prSet presAssocID="{906100B9-574B-4DB9-B891-CB3326762FD8}" presName="FourNodes_4" presStyleLbl="node1" presStyleIdx="3" presStyleCnt="4">
        <dgm:presLayoutVars>
          <dgm:bulletEnabled val="1"/>
        </dgm:presLayoutVars>
      </dgm:prSet>
      <dgm:spPr/>
    </dgm:pt>
    <dgm:pt modelId="{5EC409E0-E60A-46CF-855C-6DFC581F3AC5}" type="pres">
      <dgm:prSet presAssocID="{906100B9-574B-4DB9-B891-CB3326762FD8}" presName="FourConn_1-2" presStyleLbl="fgAccFollowNode1" presStyleIdx="0" presStyleCnt="3">
        <dgm:presLayoutVars>
          <dgm:bulletEnabled val="1"/>
        </dgm:presLayoutVars>
      </dgm:prSet>
      <dgm:spPr/>
    </dgm:pt>
    <dgm:pt modelId="{900E9EDB-37AC-4EB1-9AC3-D33CD2011EA8}" type="pres">
      <dgm:prSet presAssocID="{906100B9-574B-4DB9-B891-CB3326762FD8}" presName="FourConn_2-3" presStyleLbl="fgAccFollowNode1" presStyleIdx="1" presStyleCnt="3">
        <dgm:presLayoutVars>
          <dgm:bulletEnabled val="1"/>
        </dgm:presLayoutVars>
      </dgm:prSet>
      <dgm:spPr/>
    </dgm:pt>
    <dgm:pt modelId="{F311E70B-89B6-4E83-A13F-93B704171FE0}" type="pres">
      <dgm:prSet presAssocID="{906100B9-574B-4DB9-B891-CB3326762FD8}" presName="FourConn_3-4" presStyleLbl="fgAccFollowNode1" presStyleIdx="2" presStyleCnt="3">
        <dgm:presLayoutVars>
          <dgm:bulletEnabled val="1"/>
        </dgm:presLayoutVars>
      </dgm:prSet>
      <dgm:spPr/>
    </dgm:pt>
    <dgm:pt modelId="{F011701F-7BF7-4198-8ED4-9A9A9E63F7A3}" type="pres">
      <dgm:prSet presAssocID="{906100B9-574B-4DB9-B891-CB3326762FD8}" presName="FourNodes_1_text" presStyleLbl="node1" presStyleIdx="3" presStyleCnt="4">
        <dgm:presLayoutVars>
          <dgm:bulletEnabled val="1"/>
        </dgm:presLayoutVars>
      </dgm:prSet>
      <dgm:spPr/>
    </dgm:pt>
    <dgm:pt modelId="{037A0AB9-D31F-403E-94C2-223374B72A89}" type="pres">
      <dgm:prSet presAssocID="{906100B9-574B-4DB9-B891-CB3326762FD8}" presName="FourNodes_2_text" presStyleLbl="node1" presStyleIdx="3" presStyleCnt="4">
        <dgm:presLayoutVars>
          <dgm:bulletEnabled val="1"/>
        </dgm:presLayoutVars>
      </dgm:prSet>
      <dgm:spPr/>
    </dgm:pt>
    <dgm:pt modelId="{157BC72A-C8BA-4ADF-A2DB-44491E0CB0A9}" type="pres">
      <dgm:prSet presAssocID="{906100B9-574B-4DB9-B891-CB3326762FD8}" presName="FourNodes_3_text" presStyleLbl="node1" presStyleIdx="3" presStyleCnt="4">
        <dgm:presLayoutVars>
          <dgm:bulletEnabled val="1"/>
        </dgm:presLayoutVars>
      </dgm:prSet>
      <dgm:spPr/>
    </dgm:pt>
    <dgm:pt modelId="{CAC2A644-2EB1-4BF0-921B-402C26FF240A}" type="pres">
      <dgm:prSet presAssocID="{906100B9-574B-4DB9-B891-CB3326762FD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60D070E-B031-4C39-A895-8ED6CF2ADAD9}" srcId="{906100B9-574B-4DB9-B891-CB3326762FD8}" destId="{5E74B280-7DAF-4CAC-B694-EC4A85244AB5}" srcOrd="0" destOrd="0" parTransId="{2E3D2719-F924-4C4E-92F2-7315ED51055E}" sibTransId="{9939BC65-3031-462E-8210-6A672E60FA6A}"/>
    <dgm:cxn modelId="{8D445011-5042-433F-B2D0-7318BF46C657}" type="presOf" srcId="{472A377B-8A2A-436A-820A-A5B4DB1E6CA7}" destId="{157BC72A-C8BA-4ADF-A2DB-44491E0CB0A9}" srcOrd="1" destOrd="0" presId="urn:microsoft.com/office/officeart/2005/8/layout/vProcess5"/>
    <dgm:cxn modelId="{5BA7CC1E-1CC1-4EE8-9379-02DC96D4AE6C}" type="presOf" srcId="{34906FAC-EAE1-4451-8B40-A92BAF699CC3}" destId="{900E9EDB-37AC-4EB1-9AC3-D33CD2011EA8}" srcOrd="0" destOrd="0" presId="urn:microsoft.com/office/officeart/2005/8/layout/vProcess5"/>
    <dgm:cxn modelId="{81B7532B-5F49-4F09-94D7-C44388FB76CF}" type="presOf" srcId="{EE5293EC-A599-470B-B329-86CA079CAC19}" destId="{F311E70B-89B6-4E83-A13F-93B704171FE0}" srcOrd="0" destOrd="0" presId="urn:microsoft.com/office/officeart/2005/8/layout/vProcess5"/>
    <dgm:cxn modelId="{B929E93B-DFCA-4C37-B409-2AF17F8468A7}" type="presOf" srcId="{906100B9-574B-4DB9-B891-CB3326762FD8}" destId="{B3916AF6-B769-489A-8BF2-0AA34C382144}" srcOrd="0" destOrd="0" presId="urn:microsoft.com/office/officeart/2005/8/layout/vProcess5"/>
    <dgm:cxn modelId="{0754D169-958E-4ED5-B79F-F0C863D3CD95}" type="presOf" srcId="{13820730-4C2D-4A5F-9851-EAF498ECBABE}" destId="{037A0AB9-D31F-403E-94C2-223374B72A89}" srcOrd="1" destOrd="0" presId="urn:microsoft.com/office/officeart/2005/8/layout/vProcess5"/>
    <dgm:cxn modelId="{01AD3C4C-2614-43A6-8BE3-1DFEC1590741}" type="presOf" srcId="{13820730-4C2D-4A5F-9851-EAF498ECBABE}" destId="{8AC7F785-E06C-43F0-B021-C1C7F1AABE84}" srcOrd="0" destOrd="0" presId="urn:microsoft.com/office/officeart/2005/8/layout/vProcess5"/>
    <dgm:cxn modelId="{2CD50E6D-D543-4A78-9954-C490E45F9D50}" type="presOf" srcId="{5E74B280-7DAF-4CAC-B694-EC4A85244AB5}" destId="{F011701F-7BF7-4198-8ED4-9A9A9E63F7A3}" srcOrd="1" destOrd="0" presId="urn:microsoft.com/office/officeart/2005/8/layout/vProcess5"/>
    <dgm:cxn modelId="{FE551F51-C45B-48A6-83E4-D9F5342F515A}" type="presOf" srcId="{553E1AEC-4795-440D-97B6-6EFCBB400005}" destId="{647DF27B-DF24-4C71-886F-845329885767}" srcOrd="0" destOrd="0" presId="urn:microsoft.com/office/officeart/2005/8/layout/vProcess5"/>
    <dgm:cxn modelId="{EBC0155A-E5E6-44B3-9F1C-955CAFACE3D0}" type="presOf" srcId="{472A377B-8A2A-436A-820A-A5B4DB1E6CA7}" destId="{E1DA7538-59E3-4EA3-AD9E-E24EBFB7AC89}" srcOrd="0" destOrd="0" presId="urn:microsoft.com/office/officeart/2005/8/layout/vProcess5"/>
    <dgm:cxn modelId="{21FC0C90-AD6B-43A6-A8BC-D03546047A4C}" type="presOf" srcId="{9939BC65-3031-462E-8210-6A672E60FA6A}" destId="{5EC409E0-E60A-46CF-855C-6DFC581F3AC5}" srcOrd="0" destOrd="0" presId="urn:microsoft.com/office/officeart/2005/8/layout/vProcess5"/>
    <dgm:cxn modelId="{EB3729B1-F88F-4320-BD0A-E423F39D42AE}" type="presOf" srcId="{553E1AEC-4795-440D-97B6-6EFCBB400005}" destId="{CAC2A644-2EB1-4BF0-921B-402C26FF240A}" srcOrd="1" destOrd="0" presId="urn:microsoft.com/office/officeart/2005/8/layout/vProcess5"/>
    <dgm:cxn modelId="{03610EB5-B0CE-4EA8-957C-A45507DDB674}" type="presOf" srcId="{5E74B280-7DAF-4CAC-B694-EC4A85244AB5}" destId="{D5E74D1F-777C-4596-9648-EB215A29EB81}" srcOrd="0" destOrd="0" presId="urn:microsoft.com/office/officeart/2005/8/layout/vProcess5"/>
    <dgm:cxn modelId="{2D3247C4-E5FF-465E-BDA4-2FE9528523DE}" srcId="{906100B9-574B-4DB9-B891-CB3326762FD8}" destId="{472A377B-8A2A-436A-820A-A5B4DB1E6CA7}" srcOrd="2" destOrd="0" parTransId="{B87E335E-5115-4E60-98BE-7A21D243856E}" sibTransId="{EE5293EC-A599-470B-B329-86CA079CAC19}"/>
    <dgm:cxn modelId="{5B1FF7D6-6541-4423-8E63-7A29204D7C8F}" srcId="{906100B9-574B-4DB9-B891-CB3326762FD8}" destId="{13820730-4C2D-4A5F-9851-EAF498ECBABE}" srcOrd="1" destOrd="0" parTransId="{B0D80C22-64B5-4FF2-9D06-E2CD9B6C81C3}" sibTransId="{34906FAC-EAE1-4451-8B40-A92BAF699CC3}"/>
    <dgm:cxn modelId="{034036FB-A26F-478C-B604-367259E0E3F2}" srcId="{906100B9-574B-4DB9-B891-CB3326762FD8}" destId="{553E1AEC-4795-440D-97B6-6EFCBB400005}" srcOrd="3" destOrd="0" parTransId="{F50C6854-499B-4BE6-A92A-4FF361B0DF7A}" sibTransId="{4C50D1C4-2368-4A2C-9C5E-D877CEE33622}"/>
    <dgm:cxn modelId="{9D5B8D49-1A18-4C94-BB42-55BDDAFCB491}" type="presParOf" srcId="{B3916AF6-B769-489A-8BF2-0AA34C382144}" destId="{D1C14AEF-EAAA-4B68-9AAD-24AB707C90B3}" srcOrd="0" destOrd="0" presId="urn:microsoft.com/office/officeart/2005/8/layout/vProcess5"/>
    <dgm:cxn modelId="{CCEC7A9D-34D4-4C82-88D4-3C6456B298AB}" type="presParOf" srcId="{B3916AF6-B769-489A-8BF2-0AA34C382144}" destId="{D5E74D1F-777C-4596-9648-EB215A29EB81}" srcOrd="1" destOrd="0" presId="urn:microsoft.com/office/officeart/2005/8/layout/vProcess5"/>
    <dgm:cxn modelId="{3F47D64D-09E4-428A-BECE-43FE1189646A}" type="presParOf" srcId="{B3916AF6-B769-489A-8BF2-0AA34C382144}" destId="{8AC7F785-E06C-43F0-B021-C1C7F1AABE84}" srcOrd="2" destOrd="0" presId="urn:microsoft.com/office/officeart/2005/8/layout/vProcess5"/>
    <dgm:cxn modelId="{6536FE3B-9D98-4ED3-B465-95154762BEF9}" type="presParOf" srcId="{B3916AF6-B769-489A-8BF2-0AA34C382144}" destId="{E1DA7538-59E3-4EA3-AD9E-E24EBFB7AC89}" srcOrd="3" destOrd="0" presId="urn:microsoft.com/office/officeart/2005/8/layout/vProcess5"/>
    <dgm:cxn modelId="{F42A0D33-FD54-435F-968A-2A3C2E74355F}" type="presParOf" srcId="{B3916AF6-B769-489A-8BF2-0AA34C382144}" destId="{647DF27B-DF24-4C71-886F-845329885767}" srcOrd="4" destOrd="0" presId="urn:microsoft.com/office/officeart/2005/8/layout/vProcess5"/>
    <dgm:cxn modelId="{1595E375-5682-4FB2-B1F7-A1FBE558356F}" type="presParOf" srcId="{B3916AF6-B769-489A-8BF2-0AA34C382144}" destId="{5EC409E0-E60A-46CF-855C-6DFC581F3AC5}" srcOrd="5" destOrd="0" presId="urn:microsoft.com/office/officeart/2005/8/layout/vProcess5"/>
    <dgm:cxn modelId="{362871BB-1498-4FAC-8749-216EF2F2A0DD}" type="presParOf" srcId="{B3916AF6-B769-489A-8BF2-0AA34C382144}" destId="{900E9EDB-37AC-4EB1-9AC3-D33CD2011EA8}" srcOrd="6" destOrd="0" presId="urn:microsoft.com/office/officeart/2005/8/layout/vProcess5"/>
    <dgm:cxn modelId="{AD7E445A-8278-4D5B-B684-D4DB04218741}" type="presParOf" srcId="{B3916AF6-B769-489A-8BF2-0AA34C382144}" destId="{F311E70B-89B6-4E83-A13F-93B704171FE0}" srcOrd="7" destOrd="0" presId="urn:microsoft.com/office/officeart/2005/8/layout/vProcess5"/>
    <dgm:cxn modelId="{D52A5B4D-E098-4139-8450-EA82C558158A}" type="presParOf" srcId="{B3916AF6-B769-489A-8BF2-0AA34C382144}" destId="{F011701F-7BF7-4198-8ED4-9A9A9E63F7A3}" srcOrd="8" destOrd="0" presId="urn:microsoft.com/office/officeart/2005/8/layout/vProcess5"/>
    <dgm:cxn modelId="{E92AB799-DBE9-457A-BD4E-292ED95707ED}" type="presParOf" srcId="{B3916AF6-B769-489A-8BF2-0AA34C382144}" destId="{037A0AB9-D31F-403E-94C2-223374B72A89}" srcOrd="9" destOrd="0" presId="urn:microsoft.com/office/officeart/2005/8/layout/vProcess5"/>
    <dgm:cxn modelId="{8CEDC23D-2ACA-4FF5-BB84-5C653970C8D3}" type="presParOf" srcId="{B3916AF6-B769-489A-8BF2-0AA34C382144}" destId="{157BC72A-C8BA-4ADF-A2DB-44491E0CB0A9}" srcOrd="10" destOrd="0" presId="urn:microsoft.com/office/officeart/2005/8/layout/vProcess5"/>
    <dgm:cxn modelId="{E76FDD26-4676-499F-B5DC-52B759784FF9}" type="presParOf" srcId="{B3916AF6-B769-489A-8BF2-0AA34C382144}" destId="{CAC2A644-2EB1-4BF0-921B-402C26FF240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9DBC38-53E1-4BC9-A923-E651E474A28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85BD18C9-7113-4685-9857-18C56F53E183}">
      <dgm:prSet phldrT="[Texto]" custT="1"/>
      <dgm:spPr/>
      <dgm:t>
        <a:bodyPr/>
        <a:lstStyle/>
        <a:p>
          <a:pPr>
            <a:buNone/>
          </a:pPr>
          <a:r>
            <a:rPr lang="es-MX" sz="2000" b="1" dirty="0"/>
            <a:t>Etapa 1:</a:t>
          </a:r>
          <a:r>
            <a:rPr lang="es-MX" sz="2000" dirty="0"/>
            <a:t> Modelo Base - solo metadatos.</a:t>
          </a:r>
        </a:p>
      </dgm:t>
    </dgm:pt>
    <dgm:pt modelId="{95333949-1C8E-4115-8236-2CEBE0E42F45}" type="parTrans" cxnId="{58FF11B9-C576-40F3-9141-C41CD1AC2534}">
      <dgm:prSet/>
      <dgm:spPr/>
      <dgm:t>
        <a:bodyPr/>
        <a:lstStyle/>
        <a:p>
          <a:endParaRPr lang="es-MX"/>
        </a:p>
      </dgm:t>
    </dgm:pt>
    <dgm:pt modelId="{8D0EF1FE-081E-4708-A35E-7C2DF563C609}" type="sibTrans" cxnId="{58FF11B9-C576-40F3-9141-C41CD1AC2534}">
      <dgm:prSet/>
      <dgm:spPr/>
      <dgm:t>
        <a:bodyPr/>
        <a:lstStyle/>
        <a:p>
          <a:endParaRPr lang="es-MX"/>
        </a:p>
      </dgm:t>
    </dgm:pt>
    <dgm:pt modelId="{C02E93E9-1CE9-437B-B288-4C63ACD11096}">
      <dgm:prSet phldrT="[Texto]"/>
      <dgm:spPr/>
      <dgm:t>
        <a:bodyPr/>
        <a:lstStyle/>
        <a:p>
          <a:pPr>
            <a:buNone/>
          </a:pPr>
          <a:r>
            <a:rPr lang="es-MX" b="1" dirty="0"/>
            <a:t>Etapa 2:</a:t>
          </a:r>
          <a:r>
            <a:rPr lang="es-MX" dirty="0"/>
            <a:t> </a:t>
          </a:r>
          <a:r>
            <a:rPr lang="es-SV" dirty="0"/>
            <a:t>ARQUITECTURA PROFUNDA ESPECIALIZADA</a:t>
          </a:r>
          <a:endParaRPr lang="es-MX" dirty="0"/>
        </a:p>
      </dgm:t>
    </dgm:pt>
    <dgm:pt modelId="{9D7ADCC3-CE7E-4D3F-8A00-87AE9BD90BB5}" type="parTrans" cxnId="{752850EB-E7FC-421C-8FE3-144A7218EDC9}">
      <dgm:prSet/>
      <dgm:spPr/>
      <dgm:t>
        <a:bodyPr/>
        <a:lstStyle/>
        <a:p>
          <a:endParaRPr lang="es-MX"/>
        </a:p>
      </dgm:t>
    </dgm:pt>
    <dgm:pt modelId="{D0EAD614-A92C-4FAA-97E9-718B31FBE427}" type="sibTrans" cxnId="{752850EB-E7FC-421C-8FE3-144A7218EDC9}">
      <dgm:prSet/>
      <dgm:spPr/>
      <dgm:t>
        <a:bodyPr/>
        <a:lstStyle/>
        <a:p>
          <a:endParaRPr lang="es-MX"/>
        </a:p>
      </dgm:t>
    </dgm:pt>
    <dgm:pt modelId="{88455BB6-DF58-4834-83C2-0DBD20D2B117}">
      <dgm:prSet phldrT="[Texto]"/>
      <dgm:spPr/>
      <dgm:t>
        <a:bodyPr/>
        <a:lstStyle/>
        <a:p>
          <a:pPr>
            <a:buNone/>
          </a:pPr>
          <a:r>
            <a:rPr lang="es-MX" b="1" dirty="0"/>
            <a:t>Etapa 3:</a:t>
          </a:r>
          <a:r>
            <a:rPr lang="es-MX" dirty="0"/>
            <a:t> </a:t>
          </a:r>
          <a:r>
            <a:rPr lang="es-SV" dirty="0"/>
            <a:t>MODELOS PREENTRENADOS Y TRANSFORMERS</a:t>
          </a:r>
          <a:endParaRPr lang="es-MX" dirty="0"/>
        </a:p>
      </dgm:t>
    </dgm:pt>
    <dgm:pt modelId="{8B01DF19-8DC4-4D3C-B486-24360B430A20}" type="parTrans" cxnId="{CEECC4E8-4E7F-47D4-9DE7-1E39B840D6CB}">
      <dgm:prSet/>
      <dgm:spPr/>
      <dgm:t>
        <a:bodyPr/>
        <a:lstStyle/>
        <a:p>
          <a:endParaRPr lang="es-MX"/>
        </a:p>
      </dgm:t>
    </dgm:pt>
    <dgm:pt modelId="{A6464921-CA97-43DD-9830-6B981DD214B3}" type="sibTrans" cxnId="{CEECC4E8-4E7F-47D4-9DE7-1E39B840D6CB}">
      <dgm:prSet/>
      <dgm:spPr/>
      <dgm:t>
        <a:bodyPr/>
        <a:lstStyle/>
        <a:p>
          <a:endParaRPr lang="es-MX"/>
        </a:p>
      </dgm:t>
    </dgm:pt>
    <dgm:pt modelId="{27432C79-2BBE-48F7-8D07-20DE8197DF9D}">
      <dgm:prSet/>
      <dgm:spPr/>
      <dgm:t>
        <a:bodyPr/>
        <a:lstStyle/>
        <a:p>
          <a:pPr>
            <a:buNone/>
          </a:pPr>
          <a:r>
            <a:rPr lang="es-MX" b="1" dirty="0"/>
            <a:t>Etapa 4:</a:t>
          </a:r>
          <a:r>
            <a:rPr lang="es-MX" dirty="0"/>
            <a:t> </a:t>
          </a:r>
          <a:r>
            <a:rPr lang="es-SV" dirty="0"/>
            <a:t>COMPONENTE GENERATIVO Y AUMENTO SINTÉTICO</a:t>
          </a:r>
          <a:endParaRPr lang="es-MX" dirty="0"/>
        </a:p>
      </dgm:t>
    </dgm:pt>
    <dgm:pt modelId="{70B5C301-2579-4409-A26A-0974B196774D}" type="parTrans" cxnId="{F22FB1D8-9E63-4C46-9A41-D9117957F8E3}">
      <dgm:prSet/>
      <dgm:spPr/>
      <dgm:t>
        <a:bodyPr/>
        <a:lstStyle/>
        <a:p>
          <a:endParaRPr lang="es-MX"/>
        </a:p>
      </dgm:t>
    </dgm:pt>
    <dgm:pt modelId="{19BAD080-3E2C-4A03-A48A-B4106756782A}" type="sibTrans" cxnId="{F22FB1D8-9E63-4C46-9A41-D9117957F8E3}">
      <dgm:prSet/>
      <dgm:spPr/>
      <dgm:t>
        <a:bodyPr/>
        <a:lstStyle/>
        <a:p>
          <a:endParaRPr lang="es-MX"/>
        </a:p>
      </dgm:t>
    </dgm:pt>
    <dgm:pt modelId="{566812D5-EA29-4010-A967-9B566F7C5A96}">
      <dgm:prSet/>
      <dgm:spPr/>
      <dgm:t>
        <a:bodyPr/>
        <a:lstStyle/>
        <a:p>
          <a:pPr>
            <a:buNone/>
          </a:pPr>
          <a:r>
            <a:rPr lang="es-MX" b="1" i="0" dirty="0"/>
            <a:t>Etapa 5: Fine-</a:t>
          </a:r>
          <a:r>
            <a:rPr lang="es-MX" b="1" i="0" dirty="0" err="1"/>
            <a:t>Tuning</a:t>
          </a:r>
          <a:r>
            <a:rPr lang="es-MX" b="1" i="0" dirty="0"/>
            <a:t> y Despliegue</a:t>
          </a:r>
          <a:r>
            <a:rPr lang="es-MX" b="0" i="0" dirty="0"/>
            <a:t> </a:t>
          </a:r>
          <a:endParaRPr lang="es-MX" dirty="0"/>
        </a:p>
      </dgm:t>
    </dgm:pt>
    <dgm:pt modelId="{03934D27-7DD9-44A8-AC03-BD71778FE6A0}" type="parTrans" cxnId="{174C0DEE-A8F7-4513-9980-9377C733101F}">
      <dgm:prSet/>
      <dgm:spPr/>
      <dgm:t>
        <a:bodyPr/>
        <a:lstStyle/>
        <a:p>
          <a:endParaRPr lang="es-MX"/>
        </a:p>
      </dgm:t>
    </dgm:pt>
    <dgm:pt modelId="{50C550CC-603E-4BF2-AC18-28A00BA784B8}" type="sibTrans" cxnId="{174C0DEE-A8F7-4513-9980-9377C733101F}">
      <dgm:prSet/>
      <dgm:spPr/>
      <dgm:t>
        <a:bodyPr/>
        <a:lstStyle/>
        <a:p>
          <a:endParaRPr lang="es-MX"/>
        </a:p>
      </dgm:t>
    </dgm:pt>
    <dgm:pt modelId="{A147DBB7-ADB7-4DB0-B0D3-7F62C779F831}" type="pres">
      <dgm:prSet presAssocID="{E09DBC38-53E1-4BC9-A923-E651E474A28E}" presName="outerComposite" presStyleCnt="0">
        <dgm:presLayoutVars>
          <dgm:chMax val="5"/>
          <dgm:dir/>
          <dgm:resizeHandles val="exact"/>
        </dgm:presLayoutVars>
      </dgm:prSet>
      <dgm:spPr/>
    </dgm:pt>
    <dgm:pt modelId="{01DA313D-A694-4E0C-BA23-B8E8751CE6D1}" type="pres">
      <dgm:prSet presAssocID="{E09DBC38-53E1-4BC9-A923-E651E474A28E}" presName="dummyMaxCanvas" presStyleCnt="0">
        <dgm:presLayoutVars/>
      </dgm:prSet>
      <dgm:spPr/>
    </dgm:pt>
    <dgm:pt modelId="{F1D28828-56D6-4414-9085-84A43B2F59B1}" type="pres">
      <dgm:prSet presAssocID="{E09DBC38-53E1-4BC9-A923-E651E474A28E}" presName="FiveNodes_1" presStyleLbl="node1" presStyleIdx="0" presStyleCnt="5" custLinFactNeighborX="2">
        <dgm:presLayoutVars>
          <dgm:bulletEnabled val="1"/>
        </dgm:presLayoutVars>
      </dgm:prSet>
      <dgm:spPr/>
    </dgm:pt>
    <dgm:pt modelId="{32D18520-7DE0-4517-8BEE-FF76DBC800A0}" type="pres">
      <dgm:prSet presAssocID="{E09DBC38-53E1-4BC9-A923-E651E474A28E}" presName="FiveNodes_2" presStyleLbl="node1" presStyleIdx="1" presStyleCnt="5">
        <dgm:presLayoutVars>
          <dgm:bulletEnabled val="1"/>
        </dgm:presLayoutVars>
      </dgm:prSet>
      <dgm:spPr/>
    </dgm:pt>
    <dgm:pt modelId="{5AF5016B-CDAA-499B-9F9D-7811E28BC229}" type="pres">
      <dgm:prSet presAssocID="{E09DBC38-53E1-4BC9-A923-E651E474A28E}" presName="FiveNodes_3" presStyleLbl="node1" presStyleIdx="2" presStyleCnt="5">
        <dgm:presLayoutVars>
          <dgm:bulletEnabled val="1"/>
        </dgm:presLayoutVars>
      </dgm:prSet>
      <dgm:spPr/>
    </dgm:pt>
    <dgm:pt modelId="{8CC89C8E-AC66-4C9A-BB0D-1CDBB6C3C42A}" type="pres">
      <dgm:prSet presAssocID="{E09DBC38-53E1-4BC9-A923-E651E474A28E}" presName="FiveNodes_4" presStyleLbl="node1" presStyleIdx="3" presStyleCnt="5">
        <dgm:presLayoutVars>
          <dgm:bulletEnabled val="1"/>
        </dgm:presLayoutVars>
      </dgm:prSet>
      <dgm:spPr/>
    </dgm:pt>
    <dgm:pt modelId="{B49FCDCF-A65C-4C14-9B16-702763906611}" type="pres">
      <dgm:prSet presAssocID="{E09DBC38-53E1-4BC9-A923-E651E474A28E}" presName="FiveNodes_5" presStyleLbl="node1" presStyleIdx="4" presStyleCnt="5">
        <dgm:presLayoutVars>
          <dgm:bulletEnabled val="1"/>
        </dgm:presLayoutVars>
      </dgm:prSet>
      <dgm:spPr/>
    </dgm:pt>
    <dgm:pt modelId="{0D9335C5-B708-4611-AEB6-92F1021EE977}" type="pres">
      <dgm:prSet presAssocID="{E09DBC38-53E1-4BC9-A923-E651E474A28E}" presName="FiveConn_1-2" presStyleLbl="fgAccFollowNode1" presStyleIdx="0" presStyleCnt="4">
        <dgm:presLayoutVars>
          <dgm:bulletEnabled val="1"/>
        </dgm:presLayoutVars>
      </dgm:prSet>
      <dgm:spPr/>
    </dgm:pt>
    <dgm:pt modelId="{DBE62024-A458-4B4E-AE27-62E7EFAD3A2E}" type="pres">
      <dgm:prSet presAssocID="{E09DBC38-53E1-4BC9-A923-E651E474A28E}" presName="FiveConn_2-3" presStyleLbl="fgAccFollowNode1" presStyleIdx="1" presStyleCnt="4">
        <dgm:presLayoutVars>
          <dgm:bulletEnabled val="1"/>
        </dgm:presLayoutVars>
      </dgm:prSet>
      <dgm:spPr/>
    </dgm:pt>
    <dgm:pt modelId="{91B0A7ED-55C1-47AA-86CF-890EBF238E6A}" type="pres">
      <dgm:prSet presAssocID="{E09DBC38-53E1-4BC9-A923-E651E474A28E}" presName="FiveConn_3-4" presStyleLbl="fgAccFollowNode1" presStyleIdx="2" presStyleCnt="4">
        <dgm:presLayoutVars>
          <dgm:bulletEnabled val="1"/>
        </dgm:presLayoutVars>
      </dgm:prSet>
      <dgm:spPr/>
    </dgm:pt>
    <dgm:pt modelId="{38A59AF0-1E2B-4D39-A521-AAB17EFE5BAB}" type="pres">
      <dgm:prSet presAssocID="{E09DBC38-53E1-4BC9-A923-E651E474A28E}" presName="FiveConn_4-5" presStyleLbl="fgAccFollowNode1" presStyleIdx="3" presStyleCnt="4">
        <dgm:presLayoutVars>
          <dgm:bulletEnabled val="1"/>
        </dgm:presLayoutVars>
      </dgm:prSet>
      <dgm:spPr/>
    </dgm:pt>
    <dgm:pt modelId="{CEC761D5-6D26-4C7D-9CB2-AF1A40E5A3BE}" type="pres">
      <dgm:prSet presAssocID="{E09DBC38-53E1-4BC9-A923-E651E474A28E}" presName="FiveNodes_1_text" presStyleLbl="node1" presStyleIdx="4" presStyleCnt="5">
        <dgm:presLayoutVars>
          <dgm:bulletEnabled val="1"/>
        </dgm:presLayoutVars>
      </dgm:prSet>
      <dgm:spPr/>
    </dgm:pt>
    <dgm:pt modelId="{10C3568A-FACC-4E88-AADD-E68892D563E4}" type="pres">
      <dgm:prSet presAssocID="{E09DBC38-53E1-4BC9-A923-E651E474A28E}" presName="FiveNodes_2_text" presStyleLbl="node1" presStyleIdx="4" presStyleCnt="5">
        <dgm:presLayoutVars>
          <dgm:bulletEnabled val="1"/>
        </dgm:presLayoutVars>
      </dgm:prSet>
      <dgm:spPr/>
    </dgm:pt>
    <dgm:pt modelId="{8274E906-148B-4FC2-9302-89C96210E3EC}" type="pres">
      <dgm:prSet presAssocID="{E09DBC38-53E1-4BC9-A923-E651E474A28E}" presName="FiveNodes_3_text" presStyleLbl="node1" presStyleIdx="4" presStyleCnt="5">
        <dgm:presLayoutVars>
          <dgm:bulletEnabled val="1"/>
        </dgm:presLayoutVars>
      </dgm:prSet>
      <dgm:spPr/>
    </dgm:pt>
    <dgm:pt modelId="{2228D4AB-F15F-46AB-929F-9157F3020198}" type="pres">
      <dgm:prSet presAssocID="{E09DBC38-53E1-4BC9-A923-E651E474A28E}" presName="FiveNodes_4_text" presStyleLbl="node1" presStyleIdx="4" presStyleCnt="5">
        <dgm:presLayoutVars>
          <dgm:bulletEnabled val="1"/>
        </dgm:presLayoutVars>
      </dgm:prSet>
      <dgm:spPr/>
    </dgm:pt>
    <dgm:pt modelId="{C09F0B5E-399E-4CDC-812E-264EE8AEDEE0}" type="pres">
      <dgm:prSet presAssocID="{E09DBC38-53E1-4BC9-A923-E651E474A28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8349201-D9E4-4649-832B-EE2D0A85F580}" type="presOf" srcId="{19BAD080-3E2C-4A03-A48A-B4106756782A}" destId="{38A59AF0-1E2B-4D39-A521-AAB17EFE5BAB}" srcOrd="0" destOrd="0" presId="urn:microsoft.com/office/officeart/2005/8/layout/vProcess5"/>
    <dgm:cxn modelId="{6A670B3C-EA1F-4254-A13B-FCF622BDCFBF}" type="presOf" srcId="{85BD18C9-7113-4685-9857-18C56F53E183}" destId="{F1D28828-56D6-4414-9085-84A43B2F59B1}" srcOrd="0" destOrd="0" presId="urn:microsoft.com/office/officeart/2005/8/layout/vProcess5"/>
    <dgm:cxn modelId="{EA1DE95E-BFE3-4187-96B8-1B6C34542138}" type="presOf" srcId="{E09DBC38-53E1-4BC9-A923-E651E474A28E}" destId="{A147DBB7-ADB7-4DB0-B0D3-7F62C779F831}" srcOrd="0" destOrd="0" presId="urn:microsoft.com/office/officeart/2005/8/layout/vProcess5"/>
    <dgm:cxn modelId="{18DB9A45-FEAC-4478-BDE0-7B24799A8418}" type="presOf" srcId="{88455BB6-DF58-4834-83C2-0DBD20D2B117}" destId="{8274E906-148B-4FC2-9302-89C96210E3EC}" srcOrd="1" destOrd="0" presId="urn:microsoft.com/office/officeart/2005/8/layout/vProcess5"/>
    <dgm:cxn modelId="{8AA5E070-4516-4DF5-A956-18CEC80C8856}" type="presOf" srcId="{27432C79-2BBE-48F7-8D07-20DE8197DF9D}" destId="{8CC89C8E-AC66-4C9A-BB0D-1CDBB6C3C42A}" srcOrd="0" destOrd="0" presId="urn:microsoft.com/office/officeart/2005/8/layout/vProcess5"/>
    <dgm:cxn modelId="{D1C03C53-E014-4BC0-8BA7-0F15F1EF2183}" type="presOf" srcId="{D0EAD614-A92C-4FAA-97E9-718B31FBE427}" destId="{DBE62024-A458-4B4E-AE27-62E7EFAD3A2E}" srcOrd="0" destOrd="0" presId="urn:microsoft.com/office/officeart/2005/8/layout/vProcess5"/>
    <dgm:cxn modelId="{79000254-2B87-4EB3-B3E6-9FCD8C5C6C7A}" type="presOf" srcId="{A6464921-CA97-43DD-9830-6B981DD214B3}" destId="{91B0A7ED-55C1-47AA-86CF-890EBF238E6A}" srcOrd="0" destOrd="0" presId="urn:microsoft.com/office/officeart/2005/8/layout/vProcess5"/>
    <dgm:cxn modelId="{16329A7C-9E25-48CD-905D-09BEA7EB0C32}" type="presOf" srcId="{566812D5-EA29-4010-A967-9B566F7C5A96}" destId="{B49FCDCF-A65C-4C14-9B16-702763906611}" srcOrd="0" destOrd="0" presId="urn:microsoft.com/office/officeart/2005/8/layout/vProcess5"/>
    <dgm:cxn modelId="{D2B3458B-20E2-4D3C-A064-F52326709160}" type="presOf" srcId="{C02E93E9-1CE9-437B-B288-4C63ACD11096}" destId="{10C3568A-FACC-4E88-AADD-E68892D563E4}" srcOrd="1" destOrd="0" presId="urn:microsoft.com/office/officeart/2005/8/layout/vProcess5"/>
    <dgm:cxn modelId="{9611D78E-7B7E-470A-8C97-89D9D9385D86}" type="presOf" srcId="{8D0EF1FE-081E-4708-A35E-7C2DF563C609}" destId="{0D9335C5-B708-4611-AEB6-92F1021EE977}" srcOrd="0" destOrd="0" presId="urn:microsoft.com/office/officeart/2005/8/layout/vProcess5"/>
    <dgm:cxn modelId="{58FF11B9-C576-40F3-9141-C41CD1AC2534}" srcId="{E09DBC38-53E1-4BC9-A923-E651E474A28E}" destId="{85BD18C9-7113-4685-9857-18C56F53E183}" srcOrd="0" destOrd="0" parTransId="{95333949-1C8E-4115-8236-2CEBE0E42F45}" sibTransId="{8D0EF1FE-081E-4708-A35E-7C2DF563C609}"/>
    <dgm:cxn modelId="{66B4D3C3-ED7D-45DD-A2C6-23D48BD4B4FF}" type="presOf" srcId="{566812D5-EA29-4010-A967-9B566F7C5A96}" destId="{C09F0B5E-399E-4CDC-812E-264EE8AEDEE0}" srcOrd="1" destOrd="0" presId="urn:microsoft.com/office/officeart/2005/8/layout/vProcess5"/>
    <dgm:cxn modelId="{5301DCD1-49C7-4724-8585-4266D200655C}" type="presOf" srcId="{27432C79-2BBE-48F7-8D07-20DE8197DF9D}" destId="{2228D4AB-F15F-46AB-929F-9157F3020198}" srcOrd="1" destOrd="0" presId="urn:microsoft.com/office/officeart/2005/8/layout/vProcess5"/>
    <dgm:cxn modelId="{022FA6D8-44C5-4317-85AD-375AABB7806D}" type="presOf" srcId="{88455BB6-DF58-4834-83C2-0DBD20D2B117}" destId="{5AF5016B-CDAA-499B-9F9D-7811E28BC229}" srcOrd="0" destOrd="0" presId="urn:microsoft.com/office/officeart/2005/8/layout/vProcess5"/>
    <dgm:cxn modelId="{F22FB1D8-9E63-4C46-9A41-D9117957F8E3}" srcId="{E09DBC38-53E1-4BC9-A923-E651E474A28E}" destId="{27432C79-2BBE-48F7-8D07-20DE8197DF9D}" srcOrd="3" destOrd="0" parTransId="{70B5C301-2579-4409-A26A-0974B196774D}" sibTransId="{19BAD080-3E2C-4A03-A48A-B4106756782A}"/>
    <dgm:cxn modelId="{CEECC4E8-4E7F-47D4-9DE7-1E39B840D6CB}" srcId="{E09DBC38-53E1-4BC9-A923-E651E474A28E}" destId="{88455BB6-DF58-4834-83C2-0DBD20D2B117}" srcOrd="2" destOrd="0" parTransId="{8B01DF19-8DC4-4D3C-B486-24360B430A20}" sibTransId="{A6464921-CA97-43DD-9830-6B981DD214B3}"/>
    <dgm:cxn modelId="{752850EB-E7FC-421C-8FE3-144A7218EDC9}" srcId="{E09DBC38-53E1-4BC9-A923-E651E474A28E}" destId="{C02E93E9-1CE9-437B-B288-4C63ACD11096}" srcOrd="1" destOrd="0" parTransId="{9D7ADCC3-CE7E-4D3F-8A00-87AE9BD90BB5}" sibTransId="{D0EAD614-A92C-4FAA-97E9-718B31FBE427}"/>
    <dgm:cxn modelId="{174C0DEE-A8F7-4513-9980-9377C733101F}" srcId="{E09DBC38-53E1-4BC9-A923-E651E474A28E}" destId="{566812D5-EA29-4010-A967-9B566F7C5A96}" srcOrd="4" destOrd="0" parTransId="{03934D27-7DD9-44A8-AC03-BD71778FE6A0}" sibTransId="{50C550CC-603E-4BF2-AC18-28A00BA784B8}"/>
    <dgm:cxn modelId="{BE83BEF0-0088-4685-9DB6-68C323B009F4}" type="presOf" srcId="{C02E93E9-1CE9-437B-B288-4C63ACD11096}" destId="{32D18520-7DE0-4517-8BEE-FF76DBC800A0}" srcOrd="0" destOrd="0" presId="urn:microsoft.com/office/officeart/2005/8/layout/vProcess5"/>
    <dgm:cxn modelId="{064E15F5-3931-4CE9-A482-783D09048890}" type="presOf" srcId="{85BD18C9-7113-4685-9857-18C56F53E183}" destId="{CEC761D5-6D26-4C7D-9CB2-AF1A40E5A3BE}" srcOrd="1" destOrd="0" presId="urn:microsoft.com/office/officeart/2005/8/layout/vProcess5"/>
    <dgm:cxn modelId="{4537A8C7-1E43-4474-9936-732C2332F4D5}" type="presParOf" srcId="{A147DBB7-ADB7-4DB0-B0D3-7F62C779F831}" destId="{01DA313D-A694-4E0C-BA23-B8E8751CE6D1}" srcOrd="0" destOrd="0" presId="urn:microsoft.com/office/officeart/2005/8/layout/vProcess5"/>
    <dgm:cxn modelId="{B7DC4256-59A1-426B-AEC3-D80A48F726B9}" type="presParOf" srcId="{A147DBB7-ADB7-4DB0-B0D3-7F62C779F831}" destId="{F1D28828-56D6-4414-9085-84A43B2F59B1}" srcOrd="1" destOrd="0" presId="urn:microsoft.com/office/officeart/2005/8/layout/vProcess5"/>
    <dgm:cxn modelId="{45F6CBAB-1096-445D-B3BE-55C50587F06F}" type="presParOf" srcId="{A147DBB7-ADB7-4DB0-B0D3-7F62C779F831}" destId="{32D18520-7DE0-4517-8BEE-FF76DBC800A0}" srcOrd="2" destOrd="0" presId="urn:microsoft.com/office/officeart/2005/8/layout/vProcess5"/>
    <dgm:cxn modelId="{E24BF091-FA25-4A0B-8E43-3D8FD989C0B1}" type="presParOf" srcId="{A147DBB7-ADB7-4DB0-B0D3-7F62C779F831}" destId="{5AF5016B-CDAA-499B-9F9D-7811E28BC229}" srcOrd="3" destOrd="0" presId="urn:microsoft.com/office/officeart/2005/8/layout/vProcess5"/>
    <dgm:cxn modelId="{79CCAEE9-9151-49A1-B0A7-680AB4F29DFD}" type="presParOf" srcId="{A147DBB7-ADB7-4DB0-B0D3-7F62C779F831}" destId="{8CC89C8E-AC66-4C9A-BB0D-1CDBB6C3C42A}" srcOrd="4" destOrd="0" presId="urn:microsoft.com/office/officeart/2005/8/layout/vProcess5"/>
    <dgm:cxn modelId="{DF865577-6C24-414C-BF0A-44C1B129EBD3}" type="presParOf" srcId="{A147DBB7-ADB7-4DB0-B0D3-7F62C779F831}" destId="{B49FCDCF-A65C-4C14-9B16-702763906611}" srcOrd="5" destOrd="0" presId="urn:microsoft.com/office/officeart/2005/8/layout/vProcess5"/>
    <dgm:cxn modelId="{F3BAAAFC-D195-4EAE-AF7E-4EF4DFF05EFB}" type="presParOf" srcId="{A147DBB7-ADB7-4DB0-B0D3-7F62C779F831}" destId="{0D9335C5-B708-4611-AEB6-92F1021EE977}" srcOrd="6" destOrd="0" presId="urn:microsoft.com/office/officeart/2005/8/layout/vProcess5"/>
    <dgm:cxn modelId="{ABAE60DC-CF94-4EA2-A0CB-A877C9EC2A7A}" type="presParOf" srcId="{A147DBB7-ADB7-4DB0-B0D3-7F62C779F831}" destId="{DBE62024-A458-4B4E-AE27-62E7EFAD3A2E}" srcOrd="7" destOrd="0" presId="urn:microsoft.com/office/officeart/2005/8/layout/vProcess5"/>
    <dgm:cxn modelId="{F923925F-251B-476A-A959-A176093AF9F8}" type="presParOf" srcId="{A147DBB7-ADB7-4DB0-B0D3-7F62C779F831}" destId="{91B0A7ED-55C1-47AA-86CF-890EBF238E6A}" srcOrd="8" destOrd="0" presId="urn:microsoft.com/office/officeart/2005/8/layout/vProcess5"/>
    <dgm:cxn modelId="{B81E4C92-6833-4B32-B756-0228BDB6643A}" type="presParOf" srcId="{A147DBB7-ADB7-4DB0-B0D3-7F62C779F831}" destId="{38A59AF0-1E2B-4D39-A521-AAB17EFE5BAB}" srcOrd="9" destOrd="0" presId="urn:microsoft.com/office/officeart/2005/8/layout/vProcess5"/>
    <dgm:cxn modelId="{8A82384B-942F-4098-B03A-658F0915DA34}" type="presParOf" srcId="{A147DBB7-ADB7-4DB0-B0D3-7F62C779F831}" destId="{CEC761D5-6D26-4C7D-9CB2-AF1A40E5A3BE}" srcOrd="10" destOrd="0" presId="urn:microsoft.com/office/officeart/2005/8/layout/vProcess5"/>
    <dgm:cxn modelId="{7760080B-02C9-4DEA-9E5D-B9ADD72262A3}" type="presParOf" srcId="{A147DBB7-ADB7-4DB0-B0D3-7F62C779F831}" destId="{10C3568A-FACC-4E88-AADD-E68892D563E4}" srcOrd="11" destOrd="0" presId="urn:microsoft.com/office/officeart/2005/8/layout/vProcess5"/>
    <dgm:cxn modelId="{67DFA2E2-6B4B-4BE3-A0B7-D2C8B261CD55}" type="presParOf" srcId="{A147DBB7-ADB7-4DB0-B0D3-7F62C779F831}" destId="{8274E906-148B-4FC2-9302-89C96210E3EC}" srcOrd="12" destOrd="0" presId="urn:microsoft.com/office/officeart/2005/8/layout/vProcess5"/>
    <dgm:cxn modelId="{4FF1611E-F438-4385-BCEA-762490A7CDC6}" type="presParOf" srcId="{A147DBB7-ADB7-4DB0-B0D3-7F62C779F831}" destId="{2228D4AB-F15F-46AB-929F-9157F3020198}" srcOrd="13" destOrd="0" presId="urn:microsoft.com/office/officeart/2005/8/layout/vProcess5"/>
    <dgm:cxn modelId="{2859883A-6C39-4CD8-AEA6-FD4A5B952D5B}" type="presParOf" srcId="{A147DBB7-ADB7-4DB0-B0D3-7F62C779F831}" destId="{C09F0B5E-399E-4CDC-812E-264EE8AEDEE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74D1F-777C-4596-9648-EB215A29EB81}">
      <dsp:nvSpPr>
        <dsp:cNvPr id="0" name=""/>
        <dsp:cNvSpPr/>
      </dsp:nvSpPr>
      <dsp:spPr>
        <a:xfrm>
          <a:off x="0" y="0"/>
          <a:ext cx="8823692" cy="894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i="1" kern="1200" dirty="0"/>
            <a:t>Entrada:</a:t>
          </a:r>
          <a:r>
            <a:rPr lang="es-MX" sz="2400" kern="1200" dirty="0"/>
            <a:t> Imagen del paciente + Metadatos.</a:t>
          </a:r>
        </a:p>
      </dsp:txBody>
      <dsp:txXfrm>
        <a:off x="26191" y="26191"/>
        <a:ext cx="7783186" cy="841847"/>
      </dsp:txXfrm>
    </dsp:sp>
    <dsp:sp modelId="{8AC7F785-E06C-43F0-B021-C1C7F1AABE84}">
      <dsp:nvSpPr>
        <dsp:cNvPr id="0" name=""/>
        <dsp:cNvSpPr/>
      </dsp:nvSpPr>
      <dsp:spPr>
        <a:xfrm>
          <a:off x="738984" y="1056816"/>
          <a:ext cx="8823692" cy="894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i="1" kern="1200" dirty="0"/>
            <a:t>Preprocesamiento:</a:t>
          </a:r>
          <a:r>
            <a:rPr lang="es-MX" sz="2400" kern="1200" dirty="0"/>
            <a:t> Limpieza de ruido </a:t>
          </a:r>
          <a:r>
            <a:rPr lang="es-MX" sz="2400" kern="1200" dirty="0" err="1"/>
            <a:t>Denoising</a:t>
          </a:r>
          <a:r>
            <a:rPr lang="es-MX" sz="2400" kern="1200" dirty="0"/>
            <a:t> </a:t>
          </a:r>
          <a:r>
            <a:rPr lang="es-MX" sz="2400" kern="1200" dirty="0" err="1"/>
            <a:t>Autoencoder</a:t>
          </a:r>
          <a:r>
            <a:rPr lang="es-MX" sz="2400" kern="1200" dirty="0"/>
            <a:t> + Redimensionamiento.</a:t>
          </a:r>
        </a:p>
      </dsp:txBody>
      <dsp:txXfrm>
        <a:off x="765175" y="1083007"/>
        <a:ext cx="7451076" cy="841847"/>
      </dsp:txXfrm>
    </dsp:sp>
    <dsp:sp modelId="{E1DA7538-59E3-4EA3-AD9E-E24EBFB7AC89}">
      <dsp:nvSpPr>
        <dsp:cNvPr id="0" name=""/>
        <dsp:cNvSpPr/>
      </dsp:nvSpPr>
      <dsp:spPr>
        <a:xfrm>
          <a:off x="1466938" y="2113633"/>
          <a:ext cx="8823692" cy="894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i="1" kern="1200" dirty="0"/>
            <a:t>Inferencia:</a:t>
          </a:r>
          <a:r>
            <a:rPr lang="es-MX" sz="2400" kern="1200" dirty="0"/>
            <a:t> Modelo CNN </a:t>
          </a:r>
          <a:r>
            <a:rPr lang="es-MX" sz="2400" kern="1200" dirty="0" err="1"/>
            <a:t>preentrenado</a:t>
          </a:r>
          <a:r>
            <a:rPr lang="es-MX" sz="2400" kern="1200" dirty="0"/>
            <a:t>.</a:t>
          </a:r>
        </a:p>
      </dsp:txBody>
      <dsp:txXfrm>
        <a:off x="1493129" y="2139824"/>
        <a:ext cx="7462106" cy="841847"/>
      </dsp:txXfrm>
    </dsp:sp>
    <dsp:sp modelId="{647DF27B-DF24-4C71-886F-845329885767}">
      <dsp:nvSpPr>
        <dsp:cNvPr id="0" name=""/>
        <dsp:cNvSpPr/>
      </dsp:nvSpPr>
      <dsp:spPr>
        <a:xfrm>
          <a:off x="2205922" y="3170450"/>
          <a:ext cx="8823692" cy="894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i="1" kern="1200" dirty="0"/>
            <a:t>Salida:</a:t>
          </a:r>
          <a:r>
            <a:rPr lang="es-MX" sz="2400" kern="1200" dirty="0"/>
            <a:t> Probabilidades por clase</a:t>
          </a:r>
        </a:p>
      </dsp:txBody>
      <dsp:txXfrm>
        <a:off x="2232113" y="3196641"/>
        <a:ext cx="7451076" cy="841847"/>
      </dsp:txXfrm>
    </dsp:sp>
    <dsp:sp modelId="{5EC409E0-E60A-46CF-855C-6DFC581F3AC5}">
      <dsp:nvSpPr>
        <dsp:cNvPr id="0" name=""/>
        <dsp:cNvSpPr/>
      </dsp:nvSpPr>
      <dsp:spPr>
        <a:xfrm>
          <a:off x="8242442" y="684898"/>
          <a:ext cx="581249" cy="5812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700" kern="1200"/>
        </a:p>
      </dsp:txBody>
      <dsp:txXfrm>
        <a:off x="8373223" y="684898"/>
        <a:ext cx="319687" cy="437390"/>
      </dsp:txXfrm>
    </dsp:sp>
    <dsp:sp modelId="{900E9EDB-37AC-4EB1-9AC3-D33CD2011EA8}">
      <dsp:nvSpPr>
        <dsp:cNvPr id="0" name=""/>
        <dsp:cNvSpPr/>
      </dsp:nvSpPr>
      <dsp:spPr>
        <a:xfrm>
          <a:off x="8981426" y="1741715"/>
          <a:ext cx="581249" cy="5812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700" kern="1200"/>
        </a:p>
      </dsp:txBody>
      <dsp:txXfrm>
        <a:off x="9112207" y="1741715"/>
        <a:ext cx="319687" cy="437390"/>
      </dsp:txXfrm>
    </dsp:sp>
    <dsp:sp modelId="{F311E70B-89B6-4E83-A13F-93B704171FE0}">
      <dsp:nvSpPr>
        <dsp:cNvPr id="0" name=""/>
        <dsp:cNvSpPr/>
      </dsp:nvSpPr>
      <dsp:spPr>
        <a:xfrm>
          <a:off x="9709381" y="2798532"/>
          <a:ext cx="581249" cy="5812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700" kern="1200"/>
        </a:p>
      </dsp:txBody>
      <dsp:txXfrm>
        <a:off x="9840162" y="2798532"/>
        <a:ext cx="319687" cy="437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28828-56D6-4414-9085-84A43B2F59B1}">
      <dsp:nvSpPr>
        <dsp:cNvPr id="0" name=""/>
        <dsp:cNvSpPr/>
      </dsp:nvSpPr>
      <dsp:spPr>
        <a:xfrm>
          <a:off x="172" y="0"/>
          <a:ext cx="8605170" cy="666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Etapa 1:</a:t>
          </a:r>
          <a:r>
            <a:rPr lang="es-MX" sz="2000" kern="1200" dirty="0"/>
            <a:t> Modelo Base - solo metadatos.</a:t>
          </a:r>
        </a:p>
      </dsp:txBody>
      <dsp:txXfrm>
        <a:off x="19707" y="19535"/>
        <a:ext cx="7807409" cy="627911"/>
      </dsp:txXfrm>
    </dsp:sp>
    <dsp:sp modelId="{32D18520-7DE0-4517-8BEE-FF76DBC800A0}">
      <dsp:nvSpPr>
        <dsp:cNvPr id="0" name=""/>
        <dsp:cNvSpPr/>
      </dsp:nvSpPr>
      <dsp:spPr>
        <a:xfrm>
          <a:off x="642593" y="759617"/>
          <a:ext cx="8605170" cy="666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Etapa 2:</a:t>
          </a:r>
          <a:r>
            <a:rPr lang="es-MX" sz="2000" kern="1200" dirty="0"/>
            <a:t> </a:t>
          </a:r>
          <a:r>
            <a:rPr lang="es-SV" sz="2000" kern="1200" dirty="0"/>
            <a:t>ARQUITECTURA PROFUNDA ESPECIALIZADA</a:t>
          </a:r>
          <a:endParaRPr lang="es-MX" sz="2000" kern="1200" dirty="0"/>
        </a:p>
      </dsp:txBody>
      <dsp:txXfrm>
        <a:off x="662128" y="779152"/>
        <a:ext cx="7489968" cy="627911"/>
      </dsp:txXfrm>
    </dsp:sp>
    <dsp:sp modelId="{5AF5016B-CDAA-499B-9F9D-7811E28BC229}">
      <dsp:nvSpPr>
        <dsp:cNvPr id="0" name=""/>
        <dsp:cNvSpPr/>
      </dsp:nvSpPr>
      <dsp:spPr>
        <a:xfrm>
          <a:off x="1285187" y="1519234"/>
          <a:ext cx="8605170" cy="666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Etapa 3:</a:t>
          </a:r>
          <a:r>
            <a:rPr lang="es-MX" sz="2000" kern="1200" dirty="0"/>
            <a:t> </a:t>
          </a:r>
          <a:r>
            <a:rPr lang="es-SV" sz="2000" kern="1200" dirty="0"/>
            <a:t>MODELOS PREENTRENADOS Y TRANSFORMERS</a:t>
          </a:r>
          <a:endParaRPr lang="es-MX" sz="2000" kern="1200" dirty="0"/>
        </a:p>
      </dsp:txBody>
      <dsp:txXfrm>
        <a:off x="1304722" y="1538769"/>
        <a:ext cx="7489968" cy="627911"/>
      </dsp:txXfrm>
    </dsp:sp>
    <dsp:sp modelId="{8CC89C8E-AC66-4C9A-BB0D-1CDBB6C3C42A}">
      <dsp:nvSpPr>
        <dsp:cNvPr id="0" name=""/>
        <dsp:cNvSpPr/>
      </dsp:nvSpPr>
      <dsp:spPr>
        <a:xfrm>
          <a:off x="1927781" y="2278852"/>
          <a:ext cx="8605170" cy="666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Etapa 4:</a:t>
          </a:r>
          <a:r>
            <a:rPr lang="es-MX" sz="2000" kern="1200" dirty="0"/>
            <a:t> </a:t>
          </a:r>
          <a:r>
            <a:rPr lang="es-SV" sz="2000" kern="1200" dirty="0"/>
            <a:t>COMPONENTE GENERATIVO Y AUMENTO SINTÉTICO</a:t>
          </a:r>
          <a:endParaRPr lang="es-MX" sz="2000" kern="1200" dirty="0"/>
        </a:p>
      </dsp:txBody>
      <dsp:txXfrm>
        <a:off x="1947316" y="2298387"/>
        <a:ext cx="7489968" cy="627911"/>
      </dsp:txXfrm>
    </dsp:sp>
    <dsp:sp modelId="{B49FCDCF-A65C-4C14-9B16-702763906611}">
      <dsp:nvSpPr>
        <dsp:cNvPr id="0" name=""/>
        <dsp:cNvSpPr/>
      </dsp:nvSpPr>
      <dsp:spPr>
        <a:xfrm>
          <a:off x="2570375" y="3038469"/>
          <a:ext cx="8605170" cy="666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i="0" kern="1200" dirty="0"/>
            <a:t>Etapa 5: Fine-</a:t>
          </a:r>
          <a:r>
            <a:rPr lang="es-MX" sz="2000" b="1" i="0" kern="1200" dirty="0" err="1"/>
            <a:t>Tuning</a:t>
          </a:r>
          <a:r>
            <a:rPr lang="es-MX" sz="2000" b="1" i="0" kern="1200" dirty="0"/>
            <a:t> y Despliegue</a:t>
          </a:r>
          <a:r>
            <a:rPr lang="es-MX" sz="2000" b="0" i="0" kern="1200" dirty="0"/>
            <a:t> </a:t>
          </a:r>
          <a:endParaRPr lang="es-MX" sz="2000" kern="1200" dirty="0"/>
        </a:p>
      </dsp:txBody>
      <dsp:txXfrm>
        <a:off x="2589910" y="3058004"/>
        <a:ext cx="7489968" cy="627911"/>
      </dsp:txXfrm>
    </dsp:sp>
    <dsp:sp modelId="{0D9335C5-B708-4611-AEB6-92F1021EE977}">
      <dsp:nvSpPr>
        <dsp:cNvPr id="0" name=""/>
        <dsp:cNvSpPr/>
      </dsp:nvSpPr>
      <dsp:spPr>
        <a:xfrm>
          <a:off x="8171632" y="487266"/>
          <a:ext cx="433537" cy="433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8269178" y="487266"/>
        <a:ext cx="238445" cy="326237"/>
      </dsp:txXfrm>
    </dsp:sp>
    <dsp:sp modelId="{DBE62024-A458-4B4E-AE27-62E7EFAD3A2E}">
      <dsp:nvSpPr>
        <dsp:cNvPr id="0" name=""/>
        <dsp:cNvSpPr/>
      </dsp:nvSpPr>
      <dsp:spPr>
        <a:xfrm>
          <a:off x="8814226" y="1246884"/>
          <a:ext cx="433537" cy="433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8911772" y="1246884"/>
        <a:ext cx="238445" cy="326237"/>
      </dsp:txXfrm>
    </dsp:sp>
    <dsp:sp modelId="{91B0A7ED-55C1-47AA-86CF-890EBF238E6A}">
      <dsp:nvSpPr>
        <dsp:cNvPr id="0" name=""/>
        <dsp:cNvSpPr/>
      </dsp:nvSpPr>
      <dsp:spPr>
        <a:xfrm>
          <a:off x="9456820" y="1995385"/>
          <a:ext cx="433537" cy="433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9554366" y="1995385"/>
        <a:ext cx="238445" cy="326237"/>
      </dsp:txXfrm>
    </dsp:sp>
    <dsp:sp modelId="{38A59AF0-1E2B-4D39-A521-AAB17EFE5BAB}">
      <dsp:nvSpPr>
        <dsp:cNvPr id="0" name=""/>
        <dsp:cNvSpPr/>
      </dsp:nvSpPr>
      <dsp:spPr>
        <a:xfrm>
          <a:off x="10099414" y="2762413"/>
          <a:ext cx="433537" cy="433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10196960" y="2762413"/>
        <a:ext cx="238445" cy="326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20/04/2026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6593-3D55-8F00-37CD-5B05963F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A1B5B8-A804-8356-EBB7-D1DC4339A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A4046B-A98F-5C13-201F-EB9D23D4F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0F4D4E-3791-4339-E82A-950FA5F69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196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20/04/2026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4702629"/>
            <a:ext cx="11260667" cy="1484917"/>
          </a:xfrm>
        </p:spPr>
        <p:txBody>
          <a:bodyPr rtlCol="0">
            <a:no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CLASIFICACIÓN DE ENFERMEDADES DE PIEL Y CÁNCER CUTÁNEO CON IMÁGENES, APLICANDO DEEP LEARNING 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161" y="6364485"/>
            <a:ext cx="10993546" cy="484822"/>
          </a:xfrm>
        </p:spPr>
        <p:txBody>
          <a:bodyPr rtlCol="0">
            <a:norm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Universidad Don Bosco El Salvador, sábado 18 de abril del 2026 Docente: </a:t>
            </a:r>
            <a:r>
              <a:rPr lang="es-MX" dirty="0" err="1">
                <a:solidFill>
                  <a:schemeClr val="bg1"/>
                </a:solidFill>
              </a:rPr>
              <a:t>MSc</a:t>
            </a:r>
            <a:r>
              <a:rPr lang="es-MX" dirty="0">
                <a:solidFill>
                  <a:schemeClr val="bg1"/>
                </a:solidFill>
              </a:rPr>
              <a:t> Joel Orellana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/>
              <a:t>¿Cuál es el problema?</a:t>
            </a:r>
            <a:endParaRPr lang="es-ES" dirty="0"/>
          </a:p>
        </p:txBody>
      </p:sp>
      <p:pic>
        <p:nvPicPr>
          <p:cNvPr id="1026" name="Picture 2" descr="Enfermedad cutánea. Diferentes enfermedades, epidermis superan: vector de  stock (libre de regalías) 2055369806 | Shutterstock">
            <a:extLst>
              <a:ext uri="{FF2B5EF4-FFF2-40B4-BE49-F238E27FC236}">
                <a16:creationId xmlns:a16="http://schemas.microsoft.com/office/drawing/2014/main" id="{7C657F15-D82B-9181-FEFF-8C1D0D994B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" y="2024743"/>
            <a:ext cx="6110689" cy="383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217B94E-FD49-6FCB-E3E0-68F34726A47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0" y="2080528"/>
            <a:ext cx="5649686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enfermedades de la piel y el cáncer dermatológico presentan alta incidencia a nivel global.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diagnóstico temprano es crítico para la supervivencia del paciente, pero depende de la disponibilidad de especialistas.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 variabilidad en la calidad de las imágenes clínicas capturadas en entornos no controlados como ruido, mala iluminación, etc.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0C6C-E057-E886-BD73-244FD199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46F6E-B416-E67B-98BA-560EC54F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/>
              <a:t>Justificación</a:t>
            </a:r>
            <a:endParaRPr lang="es-E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76F92A-B300-B8D2-CCB2-134AB3123B6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7215" y="2238020"/>
            <a:ext cx="11397570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 Clínico: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Proveer una herramienta de apoyo al diagnóstico rápida y accesible.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 Técnico: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Aprovechar arquitecturas de Deep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extraer patrones sutiles que el ojo humano podría pasar por alto.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Escalabilidad: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Desarrollar un modelo empaquetado y listo para despliegue que pueda procesar imágenes desde cualquier dispositivo.</a:t>
            </a:r>
          </a:p>
        </p:txBody>
      </p:sp>
    </p:spTree>
    <p:extLst>
      <p:ext uri="{BB962C8B-B14F-4D97-AF65-F5344CB8AC3E}">
        <p14:creationId xmlns:p14="http://schemas.microsoft.com/office/powerpoint/2010/main" val="146133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166B8-E2A0-0EAE-636A-8CBA0EEC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Datos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02A30C8-C92E-6640-CC8E-42CD1E5E40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29009" y="1879639"/>
            <a:ext cx="7067548" cy="465197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B5B3D66-2408-3076-79F4-C6C60D819E9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4543" y="1879639"/>
            <a:ext cx="4310743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Fuente: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Skin </a:t>
            </a:r>
            <a:r>
              <a:rPr kumimoji="0" lang="es-MX" altLang="es-MX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Diseases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Cancer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Comprehensive </a:t>
            </a:r>
            <a:r>
              <a:rPr kumimoji="0" lang="es-MX" altLang="es-MX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Composición: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Amplio volumen de imágenes de diferentes condiciones dermatológicas.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Desafíos identificados: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Desbalance de clases entre enfermedades comunes y raras, y diferencias en la resolución de las imágenes.</a:t>
            </a:r>
          </a:p>
        </p:txBody>
      </p:sp>
    </p:spTree>
    <p:extLst>
      <p:ext uri="{BB962C8B-B14F-4D97-AF65-F5344CB8AC3E}">
        <p14:creationId xmlns:p14="http://schemas.microsoft.com/office/powerpoint/2010/main" val="85723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62CB8-AEA5-F32B-26F1-C29F6583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 del Pipeline.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066FDCAD-E139-2843-1038-2C0D33EFD45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16902369"/>
              </p:ext>
            </p:extLst>
          </p:nvPr>
        </p:nvGraphicFramePr>
        <p:xfrm>
          <a:off x="581024" y="2227263"/>
          <a:ext cx="11029615" cy="406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563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C39F7-CFA3-8B46-6E17-35273F14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Enfoque de Desarrollo por Etapas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6ABBBDE-7C13-BCEC-5F61-DB500E28506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64162028"/>
              </p:ext>
            </p:extLst>
          </p:nvPr>
        </p:nvGraphicFramePr>
        <p:xfrm>
          <a:off x="581025" y="2227263"/>
          <a:ext cx="11175546" cy="3705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406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B8031-CAD9-36A0-0722-44A73B97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Etapa 1: </a:t>
            </a:r>
            <a:r>
              <a:rPr lang="es-MX" dirty="0" err="1"/>
              <a:t>Multilayer</a:t>
            </a:r>
            <a:r>
              <a:rPr lang="es-MX" dirty="0"/>
              <a:t> </a:t>
            </a:r>
            <a:r>
              <a:rPr lang="es-MX" dirty="0" err="1"/>
              <a:t>Perceptron</a:t>
            </a:r>
            <a:r>
              <a:rPr lang="es-MX" dirty="0"/>
              <a:t> (MLP)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3ECD0DF-5881-79DC-A652-3597ACB0785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43206" y="2073044"/>
            <a:ext cx="5422392" cy="447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Enfoque: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Uso de un MLP base como línea de referencia para clasificación multiclase de imágenes dermatológicas. Se trabajó con imágenes redimensionadas a 192×192, partición estratificada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/val/test, ponderación por clase para manejar desbalance y un pipeline de entrenamiento reproducible.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Resultados: </a:t>
            </a:r>
            <a:r>
              <a:rPr lang="es-MX" altLang="es-MX" sz="1600" dirty="0">
                <a:solidFill>
                  <a:schemeClr val="tx1"/>
                </a:solidFill>
                <a:latin typeface="Arial" panose="020B0604020202020204" pitchFamily="34" charset="0"/>
              </a:rPr>
              <a:t>El modelo alcanzó un </a:t>
            </a:r>
            <a:r>
              <a:rPr lang="es-MX" altLang="es-MX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accuracy</a:t>
            </a:r>
            <a:r>
              <a:rPr lang="es-MX" altLang="es-MX" sz="1600" dirty="0">
                <a:solidFill>
                  <a:schemeClr val="tx1"/>
                </a:solidFill>
                <a:latin typeface="Arial" panose="020B0604020202020204" pitchFamily="34" charset="0"/>
              </a:rPr>
              <a:t> de 0.2618 y un macro F1 de 0.2152, por debajo de la meta de referencia. Su aporte principal fue establecer una línea base metodológica y comparativa para medir la mejora obtenida con arquitecturas más avanzadas en etapas posteriores.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72BD3874-8632-ABCC-890B-455263954C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7909" y="2496409"/>
            <a:ext cx="5422900" cy="363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5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856F4-A627-1316-1A86-FFB5F524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 2: ARQUITECTURA PROFUNDA ESPECIALIZADA</a:t>
            </a:r>
            <a:endParaRPr lang="es-MX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868714-AC59-52F8-89FF-7D53B8DB014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08835" y="2122488"/>
            <a:ext cx="5110890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Enfoque: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implementó una CNN profunda entrenada desde cero para clasificación multiclase de imágenes dermatológicas, usando imágenes de 224×224, partición estratificada y ponderación por clase.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Resultados: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modelo superó al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Etapa 1 y alcanzó un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0.3957 y macro F1 de 0.3828. Aunque mostró una mejora clara, no alcanzó la meta de 0.60, lo que motivó el uso de modelos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preentrenados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la siguiente etapa.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BCE7E22E-85C5-9FEE-44BA-C328E6E3C1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80566" y="2122488"/>
            <a:ext cx="6135184" cy="445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95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F5EDC-E863-011A-6BF8-4BE20A72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ETAPA 3: MODELOS PREENTRENADOS Y TRANSFORMERS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9B648A-1469-7523-6144-0FFA8849B02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 rot="10800000" flipV="1">
            <a:off x="454046" y="1954214"/>
            <a:ext cx="4461982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Enfoque: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compararon dos arquitecturas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preentrenadas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EfficientNetB0 y ViT-B16, usando el mismo protocolo experimental y las mismas métricas de evaluación.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Resultados: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etapa mostró una mejora sustancial frente a las anteriores. El mejor modelo fue ViT-B16, con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≈ 0.58 y macro F1 ≈ 0.57, superando claramente a la CNN entrenada desde cero.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F3841BA5-499C-C979-09F0-CFEC9FFF5D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6975" y="4633815"/>
            <a:ext cx="6988244" cy="195267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1979A97-9CDD-4670-4DE6-DF752335B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93" y="1954214"/>
            <a:ext cx="5501408" cy="244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2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25C37-0D87-C877-1B48-541D845E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ETAPA 4: COMPONENTE GENERATIVO Y AUMENTO SINTÉTICO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8E040C-4BE9-27FB-C491-CD484AD2359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84443" y="1966628"/>
            <a:ext cx="4518878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Enfoque: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evaluó si el uso de datos sintéticos generados con VAE,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cGAN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Diffusion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podía mejorar la clasificación dermatológica multiclase en clases desbalanceadas.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escenarios con aumento generativo no mejoraron al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El mejor desempeño siguió siendo el modelo base sin síntesis, con Macro F1 = 0.6044.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E72B475-2BDB-970E-425A-7CCE73A052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83910" y="2303498"/>
            <a:ext cx="7160827" cy="397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95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2907C-4F66-D014-5794-EC429D2A2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Artefactos y Preparación del Modelo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C7D1F48-37D3-912E-AE7C-EF939CDF0F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64629" y="2046542"/>
            <a:ext cx="5821715" cy="416562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5E6C527-7B8C-6B86-6316-1E9615AFBB7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35428" y="2265031"/>
            <a:ext cx="4484915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final ha sido exportado en formato 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keras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generaron los diccionarios de clases y metadatos.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encapsuló la lógica de inferencia en la función para estar lista para ser consumida en una aplicación o interfaz de usuario.</a:t>
            </a:r>
          </a:p>
        </p:txBody>
      </p:sp>
    </p:spTree>
    <p:extLst>
      <p:ext uri="{BB962C8B-B14F-4D97-AF65-F5344CB8AC3E}">
        <p14:creationId xmlns:p14="http://schemas.microsoft.com/office/powerpoint/2010/main" val="1247151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8BB30-AB7F-F056-CE9C-6A644EB3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Demostración: Resultados de Inferencia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14D226-4DC7-7CCE-75D1-8DFC642958C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4991" y="2091814"/>
            <a:ext cx="5498593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Explicación: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modelo se integra en una aplicación interactiva.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Flujo de uso: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usuario carga una imagen clínica de la lesión en la plataforma.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81BB943-B52F-DA09-E041-D50336372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1" y="3894869"/>
            <a:ext cx="549859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sistema procesa la imagen a través del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Autoencoder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el modelo EfficientNetB0.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Salida: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función retorna el top k de probabilidades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A007098-CB4B-AB79-32D0-FF054D245E8E}"/>
              </a:ext>
            </a:extLst>
          </p:cNvPr>
          <p:cNvSpPr txBox="1"/>
          <p:nvPr/>
        </p:nvSpPr>
        <p:spPr>
          <a:xfrm>
            <a:off x="7097486" y="1907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de salida en pantalla: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C6D7922B-2ADD-BE17-4999-8B67B77D09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5585" y="2355279"/>
            <a:ext cx="4154342" cy="426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8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A0A06-9CAD-9803-B091-4E2559B1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Conclusiones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8064887-3C53-E19B-7BFF-A341318F2F4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1192" y="2457057"/>
            <a:ext cx="11029616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proyecto evidenció que los modelos base y las arquitecturas entrenadas desde cero tienen un rendimiento limitado para clasificación dermatológica multiclase.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mayor mejora se obtuvo con modelos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preentrenados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especialmente ViT-B16, confirmando la ventaja del transfer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problemas visuales complejos.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aumento generativo no superó al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por lo que la mejor solución final fue una arquitectura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preentrenada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optimizada para despliegue.</a:t>
            </a:r>
          </a:p>
        </p:txBody>
      </p:sp>
    </p:spTree>
    <p:extLst>
      <p:ext uri="{BB962C8B-B14F-4D97-AF65-F5344CB8AC3E}">
        <p14:creationId xmlns:p14="http://schemas.microsoft.com/office/powerpoint/2010/main" val="376223388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{6AC5D3DB-5F1B-4CBD-9AAF-3E1C70DA83B9}TF9cd6fad6-da1d-416b-8dc8-a086cd1045b10fc9cf83_win32-66f3597afc39</Template>
  <TotalTime>102</TotalTime>
  <Words>769</Words>
  <Application>Microsoft Office PowerPoint</Application>
  <PresentationFormat>Panorámica</PresentationFormat>
  <Paragraphs>55</Paragraphs>
  <Slides>13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Arial Unicode MS</vt:lpstr>
      <vt:lpstr>Calibri</vt:lpstr>
      <vt:lpstr>Gill Sans MT</vt:lpstr>
      <vt:lpstr>Wingdings 2</vt:lpstr>
      <vt:lpstr>Personalizado</vt:lpstr>
      <vt:lpstr>CLASIFICACIÓN DE ENFERMEDADES DE PIEL Y CÁNCER CUTÁNEO CON IMÁGENES, APLICANDO DEEP LEARNING </vt:lpstr>
      <vt:lpstr>¿Cuál es el problema?</vt:lpstr>
      <vt:lpstr>Justificación</vt:lpstr>
      <vt:lpstr>los Datos</vt:lpstr>
      <vt:lpstr>Arquitectura del Pipeline.</vt:lpstr>
      <vt:lpstr>Enfoque de Desarrollo por Etapas</vt:lpstr>
      <vt:lpstr>Etapa 1: Multilayer Perceptron (MLP)</vt:lpstr>
      <vt:lpstr>ETAPA 2: ARQUITECTURA PROFUNDA ESPECIALIZADA</vt:lpstr>
      <vt:lpstr>ETAPA 3: MODELOS PREENTRENADOS Y TRANSFORMERS</vt:lpstr>
      <vt:lpstr>ETAPA 4: COMPONENTE GENERATIVO Y AUMENTO SINTÉTICO</vt:lpstr>
      <vt:lpstr>Artefactos y Preparación del Modelo</vt:lpstr>
      <vt:lpstr>Demostración: Resultados de Inferencia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Raúl Anibal Arévalo Alvarado</dc:creator>
  <cp:lastModifiedBy>Edwin Josu� Olmedo L�pez</cp:lastModifiedBy>
  <cp:revision>4</cp:revision>
  <dcterms:created xsi:type="dcterms:W3CDTF">2026-04-18T22:15:50Z</dcterms:created>
  <dcterms:modified xsi:type="dcterms:W3CDTF">2026-04-21T02:45:17Z</dcterms:modified>
</cp:coreProperties>
</file>